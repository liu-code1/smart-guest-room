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4A574"/>
                </a:solidFill>
                <a:latin typeface="微软雅黑"/>
              </a:defRPr>
            </a:pPr>
            <a:r>
              <a:t>智慧客房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Smart Hotel Room Control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73752" cy="25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EEEEE"/>
                </a:solidFill>
                <a:latin typeface="微软雅黑"/>
              </a:defRPr>
            </a:pPr>
            <a:r>
              <a:t>基于 HarmonyOS 的酒店客房智能控制系统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广科·未来酒店  |  华为ICT学院专属智臻旅居体验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HarmonyOS  ·  MVVM架构  ·  V2状态管理  ·  Navigation导航  ·  多设备适配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21424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Project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📋 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智慧客房系统是一个基于 HarmonyOS 的酒店客房智能控制应用，旨在为酒店住客提供便捷、智能化的客房设备管理体验。</a:t>
            </a:r>
            <a:br/>
            <a:br/>
            <a:r>
              <a:t>🏨 应用场景：广科·未来酒店</a:t>
            </a:r>
            <a:br/>
            <a:r>
              <a:t>🎓 合作方：华为ICT学院</a:t>
            </a:r>
            <a:br/>
            <a:r>
              <a:t>📱 目标平台：HarmonyOS 6.0</a:t>
            </a:r>
            <a:br/>
            <a:r>
              <a:t>🖥️ 适配设备：手机 / 平板 / 折叠屏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47548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🎯 核心价值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✅ 空调智能控制 —— 温度/模式/风速一键调节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✅ 灯光场景管理 —— 明亮/柔和/阅读/温馨四模式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✅ 窗帘电动控制 —— 布帘窗纱独立开关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✅ 客房服务请求 —— 请勿打扰/清理/SOS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✅ 晚安一键模式 —— 一键关闭所有灯光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✅ 多设备自适应 —— 手机/平板/折叠屏适配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* 使用 Mock 模拟数据进行开发演示，预留真实 API 接口对接能力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项目架构设计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Architecture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1463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📦 产品层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phone 手机产品入口</a:t>
            </a:r>
            <a:br/>
            <a:r>
              <a:t>• 管理各功能模块依赖</a:t>
            </a:r>
            <a:br/>
            <a:r>
              <a:t>• 全局导航与路由编排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574"/>
                </a:solidFill>
                <a:latin typeface="微软雅黑"/>
              </a:defRPr>
            </a:pPr>
            <a:r>
              <a:t>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3474720" cy="219456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🧩 功能层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login   —— 登录/鉴权</a:t>
            </a:r>
            <a:br/>
            <a:r>
              <a:t>• home    —— 首页/空调/场景</a:t>
            </a:r>
            <a:br/>
            <a:r>
              <a:t>• light   —— 灯光控制</a:t>
            </a:r>
            <a:br/>
            <a:r>
              <a:t>• curtain —— 窗帘控制</a:t>
            </a:r>
            <a:br/>
            <a:r>
              <a:t>• service —— 客房服务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574"/>
                </a:solidFill>
                <a:latin typeface="微软雅黑"/>
              </a:defRPr>
            </a:pPr>
            <a:r>
              <a:t>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3474720" cy="9144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338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🔧 公共层 Commons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72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• network • datastore • utils • uicomponents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1554480"/>
            <a:ext cx="6583680" cy="51206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16916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🏗️ MVVM 架构模式（每个Feature模块内部）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240280"/>
            <a:ext cx="6217920" cy="10058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57800" y="2350008"/>
            <a:ext cx="1097280" cy="329184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View 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313432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• LoginPage.ets / HomePage.ets</a:t>
            </a:r>
            <a:br/>
            <a:r>
              <a:t>• LightPage.ets / CurtainPage.ets</a:t>
            </a:r>
            <a:br/>
            <a:r>
              <a:t>• ServicePage.ets</a:t>
            </a:r>
            <a:br/>
            <a:r>
              <a:t>→ 使用 @ComponentV2 + @Builder 构建UI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337560"/>
            <a:ext cx="6217920" cy="10058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57800" y="3447288"/>
            <a:ext cx="1097280" cy="329184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ViewModel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410712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• LoginViewModel.ets / HomeViewModel.ets</a:t>
            </a:r>
            <a:br/>
            <a:r>
              <a:t>• LightViewModel.ets / CurtainViewModel.ets</a:t>
            </a:r>
            <a:br/>
            <a:r>
              <a:t>• ServiceViewModel.ets</a:t>
            </a:r>
            <a:br/>
            <a:r>
              <a:t>→ 使用 @ObservedV2 + @Trace 管理状态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4434840"/>
            <a:ext cx="6217920" cy="10058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257800" y="4544568"/>
            <a:ext cx="1097280" cy="329184"/>
          </a:xfrm>
          <a:prstGeom prst="round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Model 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507992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• LoginModel.ets / HomeModel.ets</a:t>
            </a:r>
            <a:br/>
            <a:r>
              <a:t>• LightModel.ets / CurtainModel.ets</a:t>
            </a:r>
            <a:br/>
            <a:r>
              <a:t>• ServiceModel.ets</a:t>
            </a:r>
            <a:br/>
            <a:r>
              <a:t>→ 数据结构定义与数据模型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项目代码结构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Project Code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├── AppScope/                    # 应用全局配置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├── products/phone/              # 📦 产品层——手机产品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└── src/main/ets/pages/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    └── Index.ets            # 主入口：Navigation + Tabs导航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├── features/                    # 🧩 功能层——5大业务模块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login/                   # 登录模块（房间号+用户名验证）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└── src/main/ets/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    ├── model/LoginModel.ets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    ├── view/LoginPage.ets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    └── viewmodel/LoginViewModel.ets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home/                    # 首页模块（空调/场景/服务/晚安）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└── src/main/ets/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    ├── model/HomeModel.ets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    ├── view/HomePage.ets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999999"/>
                </a:solidFill>
                <a:latin typeface="Consolas"/>
              </a:defRPr>
            </a:pPr>
            <a:r>
              <a:t>│   │       └── viewmodel/HomeViewModel.ets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light/                   # 灯光模块（9路灯控+场景模式）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curtain/                 # 窗帘模块（布帘+窗纱控制）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└── service/                 # 服务模块（勿扰/清理/SOS/退出）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├── commons/                     # 🔧 公共层——基础能力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network/                 # 网络请求（API服务封装）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datastore/               # 本地数据持久化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├── utils/                   # 工具类 + MockDataService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D700"/>
                </a:solidFill>
                <a:latin typeface="Consolas"/>
              </a:defRPr>
            </a:pPr>
            <a:r>
              <a:t>│   └── uicomponents/            # 通用UI组件库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├── oh_modules/                  # 依赖（Hypium测试/Hamock）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├── build-profile.json5          # 构建配置（5.0.1 SDK）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D4A574"/>
                </a:solidFill>
                <a:latin typeface="Consolas"/>
              </a:defRPr>
            </a:pPr>
            <a:r>
              <a:t>└── 设计图.png                   # UI设计原型图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截图一：登录页面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Page Screenshot 1/5  ——  技术点：半透明输入框 + 圆角胶囊形状 + 登录验证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2026-06-28_192806_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754880" cy="438912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📱 页面介绍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用户通过输入4位房间号和用户名进行登录。</a:t>
            </a:r>
            <a:br/>
            <a:r>
              <a:t>界面特点：酒店背景图 + 毛玻璃效果输入框，</a:t>
            </a:r>
            <a:br/>
            <a:r>
              <a:t>「广科·未来酒店」品牌展示，金色「立即入住」按钮。</a:t>
            </a:r>
            <a:br/>
            <a:r>
              <a:t>支持「记住我的信息」复选框功能。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5120640"/>
            <a:ext cx="420624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5257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74"/>
                </a:solidFill>
                <a:latin typeface="微软雅黑"/>
              </a:defRPr>
            </a:pPr>
            <a:r>
              <a:t>🔧 技术点：半透明输入框 + 圆角胶囊形状 + 登录验证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截图 1/5  —  ScreenShot_2026-06-28_192806_542.png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截图二：首页（空调控制）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Page Screenshot 2/5  ——  技术点：@ObservedV2响应式状态 + AppStorage跨页同步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2026-06-28_192830_7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754880" cy="438912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📱 页面介绍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主控页面，展示当前房间状态和空调控制面板。</a:t>
            </a:r>
            <a:br/>
            <a:r>
              <a:t>包含：空调开关、温度调节（16°C-30°C）、</a:t>
            </a:r>
            <a:br/>
            <a:r>
              <a:t>当前温度 vs 设定温度显示，加减按钮交互。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5120640"/>
            <a:ext cx="420624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5257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74"/>
                </a:solidFill>
                <a:latin typeface="微软雅黑"/>
              </a:defRPr>
            </a:pPr>
            <a:r>
              <a:t>🔧 技术点：@ObservedV2响应式状态 + AppStorage跨页同步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截图 2/5  —  ScreenShot_2026-06-28_192830_785.png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03D5CC0-968B-F9E8-75D3-0D4708491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42" y="1395412"/>
            <a:ext cx="2773996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截图三：首页（场景模式 &amp; 快捷服务）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Page Screenshot 3/5  ——  技术点：Flex布局 + 选中态金色光晕阴影 + backdropBlur毛玻璃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2026-06-28_192843_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754880" cy="438912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📱 页面介绍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场景模式：明亮/柔和/阅读/温馨四种预设场景，</a:t>
            </a:r>
            <a:br/>
            <a:r>
              <a:t>一键切换灯光氛围。</a:t>
            </a:r>
            <a:br/>
            <a:r>
              <a:t>快捷服务：请勿打扰 + 清理房间请求。</a:t>
            </a:r>
            <a:br/>
            <a:r>
              <a:t>晚安模式：一键关闭所有灯光。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5120640"/>
            <a:ext cx="420624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5257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74"/>
                </a:solidFill>
                <a:latin typeface="微软雅黑"/>
              </a:defRPr>
            </a:pPr>
            <a:r>
              <a:t>🔧 技术点：Flex布局 + 选中态金色光晕阴影 + backdropBlur毛玻璃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截图 3/5  —  ScreenShot_2026-06-28_192843_462.png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2B5F587-07BE-C64F-0B5A-43EEA384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146" y="1463040"/>
            <a:ext cx="269867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截图四：灯光控制页面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Page Screenshot 4/5  ——  技术点：@State数组驱动 + @Builder函数 + ForEach渲染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2026-06-28_192855_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754880" cy="438912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📱 页面介绍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支持9路独立灯光控制 + 总开关。</a:t>
            </a:r>
            <a:br/>
            <a:r>
              <a:t>场景模式：明亮/柔和/阅读/温馨/睡眠五种模式。</a:t>
            </a:r>
            <a:br/>
            <a:r>
              <a:t>每个灯具有独立开关按钮，选中态有金色高亮效果。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5120640"/>
            <a:ext cx="420624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5257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74"/>
                </a:solidFill>
                <a:latin typeface="微软雅黑"/>
              </a:defRPr>
            </a:pPr>
            <a:r>
              <a:t>🔧 技术点：@State数组驱动 + @Builder函数 + ForEach渲染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截图 4/5  —  ScreenShot_2026-06-28_192855_628.png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93697F3-88FE-5DFA-2752-C0F983D66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8" y="1201420"/>
            <a:ext cx="2698680" cy="4846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截图五：窗帘 &amp; 服务页面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Page Screenshot 5/5  ——  技术点：Navigation导航 + Tabs底部导航栏 + 跨页面状态同步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_2026-06-28_192902_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754880" cy="438912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微软雅黑"/>
              </a:defRPr>
            </a:pPr>
            <a:r>
              <a:t>📱 页面介绍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窗帘控制：布帘+窗纱独立控制，全开/全关/暂停。</a:t>
            </a:r>
            <a:br/>
            <a:r>
              <a:t>服务页面：请勿打扰开关、清理房间申请、</a:t>
            </a:r>
            <a:br/>
            <a:r>
              <a:t>SOS紧急求助按钮、退出登录功能。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5120640"/>
            <a:ext cx="420624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5257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574"/>
                </a:solidFill>
                <a:latin typeface="微软雅黑"/>
              </a:defRPr>
            </a:pPr>
            <a:r>
              <a:t>🔧 技术点：Navigation导航 + Tabs底部导航栏 + 跨页面状态同步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截图 5/5  —  ScreenShot_2026-06-28_192902_191.png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CC09B16-EC6A-A62B-08F2-50D7CCD18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525" y="1253490"/>
            <a:ext cx="27793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项目技术栈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23774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HarmonyOS 6.0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平台基础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310896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基于HarmonyOS NEXT SDK</a:t>
            </a:r>
            <a:br/>
            <a:r>
              <a:t>• API Version 21</a:t>
            </a:r>
            <a:br/>
            <a:r>
              <a:t>• ArkTS + ArkUI开发语言</a:t>
            </a:r>
            <a:br/>
            <a:r>
              <a:t>• 声明式UI编程范式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74720" cy="23774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MVVM架构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设计模式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331720"/>
            <a:ext cx="310896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View: @ComponentV2装饰器</a:t>
            </a:r>
            <a:br/>
            <a:r>
              <a:t>• ViewModel: @ObservedV2类</a:t>
            </a:r>
            <a:br/>
            <a:r>
              <a:t>• Model: 纯数据结构定义</a:t>
            </a:r>
            <a:br/>
            <a:r>
              <a:t>• 数据驱动UI，单向数据流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474720" cy="23774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V2状态管理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响应式编程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331720"/>
            <a:ext cx="310896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@ObservedV2 —— 可观察类</a:t>
            </a:r>
            <a:br/>
            <a:r>
              <a:t>• @Trace —— 属性级别追踪</a:t>
            </a:r>
            <a:br/>
            <a:r>
              <a:t>• @Local —— 组件内部状态</a:t>
            </a:r>
            <a:br/>
            <a:r>
              <a:t>• @Param/@Consumer —— 跨组件通信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0520"/>
            <a:ext cx="3474720" cy="23774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Navigation导航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路由架构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937759"/>
            <a:ext cx="310896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Navigation + NavPathStack</a:t>
            </a:r>
            <a:br/>
            <a:r>
              <a:t>• NavigationMode.Auto自适应</a:t>
            </a:r>
            <a:br/>
            <a:r>
              <a:t>• @Builder PageMap路由映射</a:t>
            </a:r>
            <a:br/>
            <a:r>
              <a:t>• 支持页面栈管理与回退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160520"/>
            <a:ext cx="3474720" cy="23774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多设备三层架构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工程化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4937759"/>
            <a:ext cx="310896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5029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Commons: 公共基础层</a:t>
            </a:r>
            <a:br/>
            <a:r>
              <a:t>• Features: 功能模块层(5个)</a:t>
            </a:r>
            <a:br/>
            <a:r>
              <a:t>• Products: 产品入口层</a:t>
            </a:r>
            <a:br/>
            <a:r>
              <a:t>• 手机/平板/折叠屏适配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60520"/>
            <a:ext cx="3474720" cy="23774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  <a:latin typeface="微软雅黑"/>
              </a:defRPr>
            </a:pPr>
            <a:r>
              <a:t>Mock数据 &amp;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937759"/>
            <a:ext cx="310896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5029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• MockDataService模拟数据</a:t>
            </a:r>
            <a:br/>
            <a:r>
              <a:t>• 接口文档完整定义</a:t>
            </a:r>
            <a:br/>
            <a:r>
              <a:t>• RESTful API设计(4接口)</a:t>
            </a:r>
            <a:br/>
            <a:r>
              <a:t>• Bearer Token认证机制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微软雅黑"/>
              </a:defRPr>
            </a:pPr>
            <a:r>
              <a:t>关键代码实现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Key Code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50292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📝 V2 响应式状态管理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A"/>
                </a:solidFill>
                <a:latin typeface="Consolas"/>
              </a:defRPr>
            </a:pPr>
            <a:r>
              <a:t>// ViewModel 使用 @ObservedV2 实现响应式状态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@ObservedV2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export class HomeViewModel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roomState: RoomStateInfo = { ...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currentTemp: number = 22;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targetTemp: number = 22;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acOpen: boolean = false;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acMode: number = 1;      // 制冷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acSpeed: number = 1;     // 低风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@Trace nightModeActive: boolean = false;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569CD6"/>
                </a:solidFill>
                <a:latin typeface="Consolas"/>
              </a:defRPr>
            </a:pPr>
            <a:r>
              <a:t>  toggleAirConditioner(): void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this.acOpen = !this.acOpen;   // 自动触发UI更新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AppStorage.setOrCreate('airConditionerOn', this.acOpen);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569CD6"/>
                </a:solidFill>
                <a:latin typeface="Consolas"/>
              </a:defRPr>
            </a:pPr>
            <a:r>
              <a:t>  adjustTemp(delta: number): void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const newTemp = this.targetTemp + delta;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if (newTemp &gt;= 16 &amp;&amp; newTemp &lt;= 30)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  this.setAirConditionerTemp(newTemp);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50292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📝 @ComponentV2 组件声明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A"/>
                </a:solidFill>
                <a:latin typeface="Consolas"/>
              </a:defRPr>
            </a:pPr>
            <a:r>
              <a:t>// 组件使用 @ComponentV2 声明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@ComponentV2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export struct AirConditionerCard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@Local viewModel: HomeViewModel = new HomeViewModel();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@Consumer() navPathStack: NavPathStack;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D4A574"/>
                </a:solidFill>
                <a:latin typeface="Consolas"/>
              </a:defRPr>
            </a:pPr>
            <a:r>
              <a:t>  @Builder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ModeItem(text: string, icon: Resource)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569CD6"/>
                </a:solidFill>
                <a:latin typeface="Consolas"/>
              </a:defRPr>
            </a:pPr>
            <a:r>
              <a:t>    Row({ space: 12 })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569CD6"/>
                </a:solidFill>
                <a:latin typeface="Consolas"/>
              </a:defRPr>
            </a:pPr>
            <a:r>
              <a:t>      Image(icon).width(28).height(28)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569CD6"/>
                </a:solidFill>
                <a:latin typeface="Consolas"/>
              </a:defRPr>
            </a:pPr>
            <a:r>
              <a:t>      Text(text).fontSize(14)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999999"/>
                </a:solidFill>
                <a:latin typeface="Consolas"/>
              </a:defRPr>
            </a:pPr>
            <a:r>
              <a:t>    .border({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width: this.currentSceneMode === text ? 4 : 0.5,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color: this.currentSceneMode === text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999999"/>
                </a:solidFill>
                <a:latin typeface="Consolas"/>
              </a:defRPr>
            </a:pPr>
            <a:r>
              <a:t>        ? '#FFFFFF' : 'rgba(160, 125, 75, 0.25)'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999999"/>
                </a:solidFill>
                <a:latin typeface="Consolas"/>
              </a:defRPr>
            </a:pPr>
            <a:r>
              <a:t>    .shadow(this.currentSceneMode === text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999999"/>
                </a:solidFill>
                <a:latin typeface="Consolas"/>
              </a:defRPr>
            </a:pPr>
            <a:r>
              <a:t>      ? { radius: 18, color: 'rgba(255, 190, 120, 0.6)'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: { radius: 0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999999"/>
                </a:solidFill>
                <a:latin typeface="Consolas"/>
              </a:defRPr>
            </a:pPr>
            <a:r>
              <a:t>    .onClick(() =&gt; { this.viewModel.switchSceneMode(text); 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aboutToAppear(): void { this.viewModel.initRoomState();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微软雅黑"/>
              </a:defRPr>
            </a:pPr>
            <a:r>
              <a:t>📋 项目总结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828800"/>
            <a:ext cx="3959352" cy="25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418320" cy="38404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✅ 架构完整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68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采用 MVVM 三层架构，View / ViewModel / Model 职责分离清晰，代码可维护性强，符合企业级开发规范。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82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✅ 技术先进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8211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使用 HarmonyOS V2 响应式状态管理（@ObservedV2 / @Trace），Navigation 导航架构，支持声明式 UI 与高效渲染。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953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✅ 多端适配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95344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基于多设备三层工程架构（commons / features / products），支持手机、平板、折叠屏三种设备形态。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085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✅ 功能完备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608576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覆盖登录鉴权、空调控制、灯光场景管理、窗帘控制、客房服务五大功能模块，提供完整的智慧酒店体验。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21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74"/>
                </a:solidFill>
                <a:latin typeface="微软雅黑"/>
              </a:defRPr>
            </a:pPr>
            <a:r>
              <a:t>✅ 代码规范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3218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使用 Git 全程版本管理，Mock 数据开发模式，预留真实 API 接口对接能力，接口文档完整定义。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微软雅黑"/>
              </a:defRPr>
            </a:pPr>
            <a:r>
              <a:t>感谢观看！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21424"/>
            <a:ext cx="12188952" cy="50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1446</Words>
  <Application>Microsoft Office PowerPoint</Application>
  <PresentationFormat>自定义</PresentationFormat>
  <Paragraphs>178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Qiao L</cp:lastModifiedBy>
  <cp:revision>2</cp:revision>
  <dcterms:created xsi:type="dcterms:W3CDTF">2013-01-27T09:14:16Z</dcterms:created>
  <dcterms:modified xsi:type="dcterms:W3CDTF">2026-06-28T11:36:36Z</dcterms:modified>
  <cp:category/>
</cp:coreProperties>
</file>